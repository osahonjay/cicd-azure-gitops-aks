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E55"/>
          </a:solidFill>
          <a:ln w="12700">
            <a:solidFill>
              <a:srgbClr val="162E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DevOps, GitOps, and AKS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Software Deployment with Cloud-Native Tools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520440"/>
            <a:ext cx="758952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Chiemela Uwaga  |  Bolarinwa Gbenga Akinde  |  Ayobami Edun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Osahon Igbogbo  |  Emmanuel Ohuoha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Cloudboosta Academy — AWS Cloud DevOps Training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96926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19786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deployments vs automated pipelines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923544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6824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Explained Simply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9110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tool does in plain English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86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957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624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the pieces connect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350008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108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Step by Step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3375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apps, pipelines, and GitOps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8221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0507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scan gates + Kubernetes hardening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3776472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526280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45354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Disaster Recovery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76402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alerts, KQL queries, and the DR plan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5239512"/>
            <a:ext cx="411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239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52486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547725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trade-offs, and what we achieved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5202936"/>
            <a:ext cx="4937760" cy="512064"/>
          </a:xfrm>
          <a:prstGeom prst="rect">
            <a:avLst/>
          </a:prstGeom>
          <a:solidFill>
            <a:srgbClr val="F0F5FA"/>
          </a:solidFill>
          <a:ln w="12700">
            <a:solidFill>
              <a:srgbClr val="D5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21208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 code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manually builds the app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manually copies files to the server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nothing breaks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something is broken when users complain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changed or who did it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560320"/>
            <a:ext cx="5486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377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5212080" cy="45720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914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Our Automated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happens automatically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run before anything deploys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is wrong, it stops and alerts the team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every change and every deployment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from code to running app
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47488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CI/CD — Continuous Integration and Continuous Delivery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CI/CD? (In Simple Terms)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car factory assembly 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Integration)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developer saves their work, an automatic quality check runs.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quality inspector at the factory checking each part before it goes on the 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Delivery)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98848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quality checks pass, the new version is automatically packaged and ready to ship.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factory automatically boxing up the finished product.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49056" y="23317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4688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'shipping instructions' live in GitHub. The system reads those instructions and makes sure what is running always matches what GitHub says.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changes something manually, it gets corrected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 / AKS? (In Simple Terms)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like a hotel manager for applications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= Containers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lives in its own isolated container — like a hotel guest in their own room.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one room does not affect the others.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= Kubernetes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guest's room has a problem, the manager finds them a new room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guests arrive, the manager opens more rooms.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3336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manages the hotel building (the servers).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tell it how many rooms we need and what goes in them.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34747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868680"/>
            <a:ext cx="36576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868680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869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8869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886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Used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261872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98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 (AKS)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86200" y="1261872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298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our applications on a managed cluster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126187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2984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project; enterprise standard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568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86200" y="1920240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 and deploy process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1920240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95681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project; deep Azure integration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151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 (ACR)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86200" y="2578608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615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 for Docker images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25786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6151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Azure integration; private and secure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236976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735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86200" y="3236976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3273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GitHub; keeps cluster in sync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236976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2735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GitOps pull model; self-healing;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95344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86200" y="3895344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passwords and secrets safely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89520" y="389534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931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code; audited access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53712"/>
            <a:ext cx="347472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902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4553712"/>
            <a:ext cx="365760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45902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apps into portable containers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4553712"/>
            <a:ext cx="4206240" cy="621792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5902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standard; runs identically everywhere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5212080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2486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/ Checkov / Gitleaks / Semgrep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86200" y="5212080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5248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scanners in the pipeline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589520" y="52120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52486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vulnerabilities before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 Together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11430000" cy="429768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 here]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GitHub → Azure DevOps (CI: scan + build + scan) → Azure Container Registry → CD Pipeline (update manifests) → ArgoCD (sync) → AKS Cluster (deploy) → Live Applications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Deployed: Four Microservices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services — three REST APIs in different languages, plus a React frontend. Proves the pipeline works end-to-end from code to live web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749040" cy="448056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 (Flask)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5000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Flask + Gunicorn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338328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15968" y="1463040"/>
            <a:ext cx="3749040" cy="4480560"/>
          </a:xfrm>
          <a:prstGeom prst="rect">
            <a:avLst/>
          </a:prstGeom>
          <a:solidFill>
            <a:srgbClr val="1A4A8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 (Express)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98848" y="210312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3000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8848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JavaScript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98848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Express.js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8848" y="539496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66176" y="1463040"/>
            <a:ext cx="3749040" cy="4480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App (ASP.NET Core)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49056" y="210312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49056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C#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49056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ASP.NET 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49056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/, /health, /api/data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49056" y="5394960"/>
            <a:ext cx="3383280" cy="27432"/>
          </a:xfrm>
          <a:prstGeom prst="rect">
            <a:avLst/>
          </a:prstGeom>
          <a:solidFill>
            <a:srgbClr val="AABB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running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Setting Up the Infrastructure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950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Azure (az login)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216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the team to the Azure subscription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739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 Group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39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rg-gitops-project in UK South — logical container for all resources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Azure Container Registry (ACR)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acrgitopsproject — our private image warehouse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419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AKS Cluster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6850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 (Standard_B2s), monitoring enabled, ACR attached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428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kubectl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5079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cluster credentials so kubectl commands work from the terminal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0657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Azure Key Vault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5330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kv-gitops-project — stores ArgoCD password and GitHub token securely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914400"/>
            <a:ext cx="621792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669280" y="914400"/>
            <a:ext cx="60350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showing 3 Ready nodes]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Installing ArgoCD (The GitOps Engine)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486400" cy="32004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ArgoCD?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is the bridge between GitHub and the Kubernetes cluster.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continuously watches our GitHub repository. When it sees a change in the deployment files, it automatically applies that change to the cluster — no human needed.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GitOps pull model.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960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344168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ArgoCD into the cluster (kubectl apply)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47088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47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865376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ArgoCD web UI (LoadBalancer service)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368296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386584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admin password and store in Key Vault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9504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90779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our GitHub repository to ArgoCD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410712"/>
            <a:ext cx="34747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429000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ArgoCD Application and Project definitions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11430000" cy="5029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if anyone manually changes the cluster, ArgoCD reverts it back to what GitHub says — within 3 minutes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114300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dashboard showing Synced + Healthy]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The CI Pipeline — Security Before Anything Deploys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1874520" cy="6400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passwords accidentally committed to code.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if found.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914400"/>
            <a:ext cx="1874520" cy="6400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42232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67712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Kubernetes config files for misconfigurations.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HIGH/CRITICAL.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61104" y="914400"/>
            <a:ext cx="1874520" cy="640080"/>
          </a:xfrm>
          <a:prstGeom prst="rect">
            <a:avLst/>
          </a:prstGeom>
          <a:solidFill>
            <a:srgbClr val="CC9900"/>
          </a:solidFill>
          <a:ln w="12700">
            <a:solidFill>
              <a:srgbClr val="CC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61104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application code for insecure patterns.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errors.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4496" y="914400"/>
            <a:ext cx="1874520" cy="640080"/>
          </a:xfrm>
          <a:prstGeom prst="rect">
            <a:avLst/>
          </a:prstGeom>
          <a:solidFill>
            <a:srgbClr val="336699"/>
          </a:solidFill>
          <a:ln w="12700">
            <a:solidFill>
              <a:srgbClr val="3366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 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29016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54496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Node.js, .NET, and React frontend built simultaneously.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914400"/>
            <a:ext cx="1874520" cy="6400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22408" y="10058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47888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scan before pushing.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CRITICAL/HIGH findings (non-blocking — artifacts published for review).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241280" y="914400"/>
            <a:ext cx="187452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ACR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41280" y="1645920"/>
            <a:ext cx="187452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16916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Gates 1-3 pass (Trivy is informational).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Build ID, never :latest.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116128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58768"/>
            <a:ext cx="11430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vulnerable image NEVER reaches the registry. The pipeline stops it first.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11612880" cy="219456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65760" y="4434840"/>
            <a:ext cx="11430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 showing all green stages]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CD Pipeline — Deploying to the Cluster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Secrets from Key Vault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fetches the ArgoCD password and GitHub token from Azure Key Vault.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secrets never appear in code, config files, or pipeline logs.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15968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9008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07408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Kubernetes Manifests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53128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automatically updates the image tag in the deployment files from the old build ID to the new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 is committed back to GitHub.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65008" y="25603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66176" y="914400"/>
            <a:ext cx="3749040" cy="4114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9601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ArgoCD Sync + Wait for Health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03336" y="22860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detects the Git change and applies it to the cluster.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waits up to 3 minutes — it only reports SUCCESS when all pods are actually running and healthy.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51663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journey: code push → scan → build → scan → push → update Git → sync cluster → healthy pods. Fully automated.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 stages all green with sync successful]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 We Hardened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5331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user: containers run as UID 1001, never as root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3055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filesystem: nothing can write to the container disk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0779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privilege escalation: process cannot gain more OS permissions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8503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Linux capabilities dropped: minimum possible OS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539496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6227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Seccomp profile: 45+ dangerous system calls blocked at kernel 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ServiceAccount per app (no cluster API access)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13055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NetworkPolicy (pods cannot talk to each other)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0779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Azure Key Vault (never in code or config)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68503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 + LimitRange (prevents resource exhaustion)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434840"/>
            <a:ext cx="566928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462272"/>
            <a:ext cx="5394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AppProject scoped to microservices namespace only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Gates — Shift Left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runs BEFORE build. A vulnerable image never reaches the registry.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417320"/>
            <a:ext cx="822960" cy="82296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v8.18.4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committed file for secrets: API keys, passwords, tokens, private keys.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937760"/>
            <a:ext cx="274320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CRITICAL: committed secrets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28416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417320"/>
            <a:ext cx="822960" cy="822960"/>
          </a:xfrm>
          <a:prstGeom prst="ellipse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74136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3.2.0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9856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Kubernetes YAML manifests for misconfigurations: no resource limits, privileged containers, missing security context.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9856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4136" y="4937760"/>
            <a:ext cx="2743200" cy="32004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HIGH and CRITICAL findings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91072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17320"/>
            <a:ext cx="822960" cy="822960"/>
          </a:xfrm>
          <a:prstGeom prst="ellipse">
            <a:avLst/>
          </a:prstGeom>
          <a:solidFill>
            <a:srgbClr val="996600"/>
          </a:solidFill>
          <a:ln w="12700">
            <a:solidFill>
              <a:srgbClr val="996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36792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1.72.0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82512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application source code for insecure patterns: SQL injection, command injection, hardcoded secrets.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82512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build begins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36792" y="4937760"/>
            <a:ext cx="2743200" cy="320040"/>
          </a:xfrm>
          <a:prstGeom prst="rect">
            <a:avLst/>
          </a:prstGeom>
          <a:solidFill>
            <a:srgbClr val="996600"/>
          </a:solidFill>
          <a:ln w="12700">
            <a:solidFill>
              <a:srgbClr val="99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Error-level findings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53728" y="1371600"/>
            <a:ext cx="283464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59568" y="1417320"/>
            <a:ext cx="822960" cy="82296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5956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99448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0.70.0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45168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scans: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45168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built Docker image for known CVEs (Common Vulnerabilities and Exposures) in OS packages and libraries.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45168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45168" y="4590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build, before push to ACR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99448" y="4937760"/>
            <a:ext cx="274320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9448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CRITICAL and HIGH CVEs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— Azure Key Vault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11247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Secrets never appear in code, pipeline YAML, Kubernetes manifests, or Git history. Ever.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ArgoCD admin password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Personal Access Token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Nothing else — minimum secrets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 Vault?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5312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controlled by Azure RBAC separately from DevOps project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53128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read is logged in Azure Monitor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53128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Rotate secrets without changing pipeline code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53128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than $1/month cost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66176" y="1554480"/>
            <a:ext cx="3749040" cy="438912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1554480"/>
            <a:ext cx="3749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3336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 pipeline uses AzureKeyVault@2 task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03336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Fetches secrets at runtime only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03336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exist in memory for the pipeline step duration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03336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written to disk or logs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 Hardening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329184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869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868680"/>
            <a:ext cx="347472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8869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It Mitigates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868680"/>
            <a:ext cx="42976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8869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1673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128016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31673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— root in container = root on host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128016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31673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escapes the container, it has no OS privileges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3969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root filesystem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210312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13969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persistence — writing scripts/binaries to disk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210312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13969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can be written to the container filesystem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6265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ALL capabilities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292608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296265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exploits via privileged system calls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0" y="292608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96265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has minimum possible OS permissions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8561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Seccomp RuntimeDefault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11880" y="374904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378561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dangerous system calls (ptrace, mount, etc.)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74904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378561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blocks dangerous calls at the hardware level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57200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60857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NetworkPolicy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11880" y="45720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5032" y="460857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— compromised pod reaches others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0" y="457200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460857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cannot communicate unless explicitly allowed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5394960"/>
            <a:ext cx="329184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5431536"/>
            <a:ext cx="31455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automountServiceAccountToken: false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11880" y="5394960"/>
            <a:ext cx="347472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5032" y="5431536"/>
            <a:ext cx="33284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 access from compromised pod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0" y="5394960"/>
            <a:ext cx="4297680" cy="74980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5431536"/>
            <a:ext cx="41513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cannot enumerate cluster resources or create new pods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Observability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alert rules + 9 pre-built KQL queries — all in Azure Monitor / Log Analytics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 Count &gt;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 — app is failing to 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CPU &gt; 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79208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07408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minutes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07408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pod throttling occurs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66176" y="137160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137160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39903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Memory &gt; 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329416" y="141732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29416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57616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minutes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57616" y="212140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OOMKill terminates pods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CPU &gt; 90%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041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limit, 5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degradation; throttling active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15968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15968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Memory &gt; 90%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79208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07408" y="4041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limit, 5 min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07408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 imminent — pod will be killed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66176" y="3566160"/>
            <a:ext cx="3749040" cy="201168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6176" y="356616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35935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OutOfSync &gt; 10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329416" y="3611880"/>
            <a:ext cx="640080" cy="320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329416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57616" y="43159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CD failure — pipeline pushed but cluster unchanged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Objective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rebuild entire cluster from scratch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20116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Minutes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Point Objective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— services are stateless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914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325880"/>
            <a:ext cx="5486400" cy="105156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62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73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reschedules automatically — no action needed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4688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05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crash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restart the ArgoCD deployments — 2 minutes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3611880"/>
            <a:ext cx="5486400" cy="105156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48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959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IaC → reinstall ArgoCD → reconnect GitHub → ArgoCD syncs all apps from Git (45-90 min)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914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Azure outage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102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residual risk — rebuild in alternate region if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566928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8152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Zero Data Loss?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microservices are stateless REST APIs with no database. The only state is the code and configuration — both stored in GitHub, which is unaffected by an AKS failure. A cluster rebuild from Git recreates the exact same running state.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Decisions — Why We Chose What We Chose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11430000" cy="123444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platform?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9966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option supporting ArgoCD natively + required by project brief. Full NetworkPolicy and pod-security control.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11430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delivery tool?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23774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377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ArgoCD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682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pull model with self-healing. Visual UI to demonstrate sync. Referenced in project guide. Flux rejected for steeper learning curve.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11430000" cy="123444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platform?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37490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Azure DevOps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7398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project brief. Native Azure integration (ACR, Key Vault, AKS built-in). Free tier sufficient.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074920"/>
            <a:ext cx="11430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512064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5120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Azure Key Vault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5111496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 rejected (permanent in Git history). Pipeline variables visible to admins with no audit log. Key Vault: RBAC-controlled, audited, rotation without code change.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069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running pods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-n microservices — all Running, 2 replicas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05156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59752" y="1069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three live endpoints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59752" y="1508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-k https://&lt;INGRESS-IP&gt;.nip.io/api/students, /api/courses, /api/reports — returns {status: healthy}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807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CI pipeline 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code change — show all 6 stages running in Azure DevOps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69748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78892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59752" y="2807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ArgoCD auto-sync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9752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UI updates to show Synced + Healthy as CD pipeline completes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2628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4544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self-healing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delete pod &lt;pod&gt; — Kubernetes and ArgoCD both restore 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4434840"/>
            <a:ext cx="5760720" cy="1600200"/>
          </a:xfrm>
          <a:prstGeom prst="rect">
            <a:avLst/>
          </a:prstGeom>
          <a:solidFill>
            <a:srgbClr val="D5E8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52628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59752" y="4544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Azure Monitor alerts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59752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→ Monitor → Alerts — 6 configured rules visible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E55"/>
          </a:solidFill>
          <a:ln w="12700">
            <a:solidFill>
              <a:srgbClr val="162E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7589520" cy="4572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34440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252728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scan gates. Container hardening. Network isolation. Zero secrets in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84248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842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002536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from code push to running application on the cluster.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340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752344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 always traceable to a specific Git commit. Self-healing.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483864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83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502152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automated alerts + KQL query library for every failure scenario.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233672"/>
            <a:ext cx="146304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336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4251960"/>
            <a:ext cx="9235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RTO, zero data loss, documented and testable DR runbook.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— Cloud Engineering — May 2026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Chiemela Uwaga  |  Bolarinwa Gbenga Akinde  |  Ayobami Edun  |  Osahon Igbogbo  |  Emmanuel Ohuoha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2026-05-26T11:43:14Z</dcterms:created>
  <dcterms:modified xsi:type="dcterms:W3CDTF">2026-05-26T11:43:14Z</dcterms:modified>
</cp:coreProperties>
</file>